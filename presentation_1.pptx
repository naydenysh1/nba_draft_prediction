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273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 and experimental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1" y="960120"/>
            <a:ext cx="4432434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
</a:t>
            </a:r>
            <a:r>
              <a:rPr lang="en-US" sz="1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machine learning model to predict a player’s NBA Draft outcome group from pre-draft physical and performance data.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09360" y="960120"/>
            <a:ext cx="53492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target
</a:t>
            </a:r>
            <a:r>
              <a:rPr lang="en-US" sz="1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Multiclass classification, not exact pick prediction: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5 • picks 6–14 • picks 15–30 • second round • undrafted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3492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ru-RU" sz="1600" b="1" dirty="0">
              <a:solidFill>
                <a:srgbClr val="0000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600" dirty="0"/>
              <a:t>Multinomial Logistic Regression</a:t>
            </a: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Bayes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Trees (ensemble methods</a:t>
            </a:r>
            <a:r>
              <a:rPr lang="ru-RU" sz="1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1600" dirty="0">
              <a:solidFill>
                <a:srgbClr val="00000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309360" y="2423160"/>
            <a:ext cx="53492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plan
</a:t>
            </a:r>
            <a:r>
              <a:rPr lang="en-US" sz="1600" dirty="0"/>
              <a:t>Historical data: 2000–2025 draft players with known outcomes</a:t>
            </a:r>
            <a:br>
              <a:rPr lang="en-US" sz="1600" dirty="0"/>
            </a:br>
            <a:r>
              <a:rPr lang="en-US" sz="1600" dirty="0"/>
              <a:t>2026 class: prediction pool</a:t>
            </a:r>
            <a:endParaRPr lang="ru-RU" sz="1600" dirty="0"/>
          </a:p>
          <a:p>
            <a:r>
              <a:rPr lang="en-US" sz="1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metric: macro F1-score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checks: balanced accuracy, confusion matrix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1128441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
</a:t>
            </a:r>
            <a:r>
              <a:rPr lang="en-US" sz="1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pick number is noisy and highly context-dependent. Broader draft outcome groups are more stable and easier to interpret.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3492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scope
</a:t>
            </a:r>
            <a:r>
              <a:rPr lang="en-US" sz="1600" dirty="0">
                <a:solidFill>
                  <a:srgbClr val="000000"/>
                </a:solidFill>
                <a:ea typeface="Aptos" pitchFamily="34" charset="-122"/>
                <a:cs typeface="Aptos" pitchFamily="34" charset="-120"/>
              </a:rPr>
              <a:t>Player-level dataset for NBA Draft classes 2000–2026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ea typeface="Aptos" pitchFamily="34" charset="-122"/>
                <a:cs typeface="Aptos" pitchFamily="34" charset="-120"/>
              </a:rPr>
              <a:t>Size: ~2,350 players with 49 attributes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ea typeface="Aptos" pitchFamily="34" charset="-122"/>
                <a:cs typeface="Aptos" pitchFamily="34" charset="-120"/>
              </a:rPr>
              <a:t>2026 players are included without final draft labels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452035"/>
            <a:ext cx="53492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and combine data
</a:t>
            </a:r>
            <a:r>
              <a:rPr lang="en-US" sz="1700" dirty="0"/>
              <a:t>NBA Draft History: draft year, overall pick, draft team, pre-draft organization</a:t>
            </a:r>
          </a:p>
          <a:p>
            <a:r>
              <a:rPr lang="en-US" sz="1700" dirty="0">
                <a:ea typeface="Aptos" pitchFamily="34" charset="-122"/>
                <a:cs typeface="Aptos" pitchFamily="34" charset="-120"/>
              </a:rPr>
              <a:t>NBA Draft Combine</a:t>
            </a:r>
            <a:r>
              <a:rPr lang="ru-RU" sz="1700" dirty="0">
                <a:ea typeface="Aptos" pitchFamily="34" charset="-122"/>
                <a:cs typeface="Aptos" pitchFamily="34" charset="-120"/>
              </a:rPr>
              <a:t> (</a:t>
            </a:r>
            <a:r>
              <a:rPr lang="en-US" sz="1700" dirty="0"/>
              <a:t>official pre-draft testing event for physical and athletic measurements</a:t>
            </a:r>
            <a:r>
              <a:rPr lang="ru-RU" sz="1700" dirty="0">
                <a:ea typeface="Aptos" pitchFamily="34" charset="-122"/>
                <a:cs typeface="Aptos" pitchFamily="34" charset="-120"/>
              </a:rPr>
              <a:t>)</a:t>
            </a:r>
            <a:r>
              <a:rPr lang="en-US" sz="1700" dirty="0">
                <a:ea typeface="Aptos" pitchFamily="34" charset="-122"/>
                <a:cs typeface="Aptos" pitchFamily="34" charset="-120"/>
              </a:rPr>
              <a:t>: height, weight, wingspan, reach, vertical jump, agility, sprint, bench press</a:t>
            </a:r>
            <a:endParaRPr lang="ru-RU" sz="1700" dirty="0"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ru-RU" sz="1600" dirty="0">
              <a:solidFill>
                <a:srgbClr val="000000"/>
              </a:solidFill>
              <a:latin typeface="Aptos" pitchFamily="34" charset="0"/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32871" y="2440003"/>
            <a:ext cx="53492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600" b="1" dirty="0"/>
              <a:t>College basketball performance data (NCAA) </a:t>
            </a: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600" dirty="0">
                <a:solidFill>
                  <a:srgbClr val="000000"/>
                </a:solidFill>
                <a:ea typeface="Aptos" pitchFamily="34" charset="-122"/>
                <a:cs typeface="Aptos" pitchFamily="34" charset="-120"/>
              </a:rPr>
              <a:t>Torvik: NCAA box-score and advanced statistics, mainly 2008–2026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ea typeface="Aptos" pitchFamily="34" charset="-122"/>
                <a:cs typeface="Aptos" pitchFamily="34" charset="-120"/>
              </a:rPr>
              <a:t>Sports-Reference: NCAA statistics for early seasons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ea typeface="Aptos" pitchFamily="34" charset="-122"/>
                <a:cs typeface="Aptos" pitchFamily="34" charset="-120"/>
              </a:rPr>
              <a:t>2000–2007 and early undrafted combine players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892040"/>
            <a:ext cx="11094415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limitations for later preprocessing
</a:t>
            </a:r>
            <a:r>
              <a:rPr lang="en-US" sz="1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 are expected: some players skipped the combine, and international, high-school or club players do not have NCAA statistics. Cleaning, feature selection and imputation will be handled later.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5FF01C-8364-15C5-D0FA-DB845026D7B1}"/>
              </a:ext>
            </a:extLst>
          </p:cNvPr>
          <p:cNvSpPr txBox="1"/>
          <p:nvPr/>
        </p:nvSpPr>
        <p:spPr>
          <a:xfrm>
            <a:off x="6080945" y="293030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92ABAA-BB24-3FB9-5F62-CC31F82969AA}"/>
              </a:ext>
            </a:extLst>
          </p:cNvPr>
          <p:cNvSpPr txBox="1"/>
          <p:nvPr/>
        </p:nvSpPr>
        <p:spPr>
          <a:xfrm>
            <a:off x="473743" y="3928268"/>
            <a:ext cx="60970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 err="1"/>
              <a:t>Additional</a:t>
            </a:r>
            <a:r>
              <a:rPr lang="ru-RU" sz="1600" b="1" dirty="0"/>
              <a:t> </a:t>
            </a:r>
            <a:r>
              <a:rPr lang="ru-RU" sz="1600" b="1" dirty="0" err="1"/>
              <a:t>planned</a:t>
            </a:r>
            <a:r>
              <a:rPr lang="ru-RU" sz="1600" b="1" dirty="0"/>
              <a:t> </a:t>
            </a:r>
            <a:r>
              <a:rPr lang="ru-RU" sz="1600" b="1" dirty="0" err="1"/>
              <a:t>enrichment</a:t>
            </a:r>
            <a:r>
              <a:rPr lang="ru-RU" sz="1600" b="1" dirty="0"/>
              <a:t>:</a:t>
            </a:r>
          </a:p>
          <a:p>
            <a:r>
              <a:rPr lang="ru-RU" sz="1600" dirty="0"/>
              <a:t>NBA API: </a:t>
            </a:r>
            <a:r>
              <a:rPr lang="ru-RU" sz="1600" dirty="0" err="1"/>
              <a:t>birth</a:t>
            </a:r>
            <a:r>
              <a:rPr lang="ru-RU" sz="1600" dirty="0"/>
              <a:t> </a:t>
            </a:r>
            <a:r>
              <a:rPr lang="ru-RU" sz="1600" dirty="0" err="1"/>
              <a:t>date</a:t>
            </a:r>
            <a:r>
              <a:rPr lang="ru-RU" sz="1600" dirty="0"/>
              <a:t> → </a:t>
            </a:r>
            <a:r>
              <a:rPr lang="ru-RU" sz="1600" dirty="0" err="1"/>
              <a:t>draft</a:t>
            </a:r>
            <a:r>
              <a:rPr lang="ru-RU" sz="1600" dirty="0"/>
              <a:t> </a:t>
            </a:r>
            <a:r>
              <a:rPr lang="ru-RU" sz="1600" dirty="0" err="1"/>
              <a:t>age</a:t>
            </a:r>
            <a:endParaRPr lang="ru-RU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283</Words>
  <Application>Microsoft Office PowerPoint</Application>
  <PresentationFormat>Широкоэкранный</PresentationFormat>
  <Paragraphs>26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NBA Draft ML Project - Phase 1 Data and Plan</dc:title>
  <dc:subject>NBA Draft ML project phase 1</dc:subject>
  <dc:creator>OpenAI</dc:creator>
  <cp:lastModifiedBy>Maksim Serdakov</cp:lastModifiedBy>
  <cp:revision>7</cp:revision>
  <dcterms:created xsi:type="dcterms:W3CDTF">2026-05-24T22:33:53Z</dcterms:created>
  <dcterms:modified xsi:type="dcterms:W3CDTF">2026-05-24T23:00:16Z</dcterms:modified>
</cp:coreProperties>
</file>